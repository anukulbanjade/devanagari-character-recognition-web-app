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f853ef2f9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2f853ef2f9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f853ef2f9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f853ef2f9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f853ef2f9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2f853ef2f9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f853ef2f9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f853ef2f9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f853ef2f9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f853ef2f9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f853ef2f9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f853ef2f9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f853ef2f9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f853ef2f9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f853ef2f9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f853ef2f9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f853ef2f9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f853ef2f9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f853ef2f9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f853ef2f9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f853ef2f9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f853ef2f9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65300"/>
            <a:ext cx="85206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Devanagari Character Recognition Using CNN</a:t>
            </a:r>
            <a:endParaRPr sz="46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19756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Deep Learning Approach for Character Recognition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6344475" y="3927775"/>
            <a:ext cx="2633700" cy="11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Supervisor :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Sunil Luitel</a:t>
            </a:r>
            <a:endParaRPr sz="1500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113400" y="3927775"/>
            <a:ext cx="2633700" cy="11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Group Members :</a:t>
            </a:r>
            <a:endParaRPr sz="15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Anukul Banjade(25510/077)</a:t>
            </a:r>
            <a:endParaRPr sz="15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Koshish Pokharel(25540/077)</a:t>
            </a:r>
            <a:endParaRPr sz="15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Prajjwal Lamsal(25553/077)</a:t>
            </a:r>
            <a:endParaRPr sz="1500" dirty="0"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350" y="3483550"/>
            <a:ext cx="1274876" cy="15075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57575" y="2852297"/>
            <a:ext cx="8520600" cy="6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Bsc. CSIT Final Year Project </a:t>
            </a:r>
            <a:endParaRPr sz="2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39000"/>
            <a:ext cx="8520600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871900"/>
            <a:ext cx="8520600" cy="14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 an recognition system for Devanagari text.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Essential for digital transformation and cultural preservation.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Supports Hindi, Sanskrit, Marathi, and Nepali languages.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2092163"/>
            <a:ext cx="8520600" cy="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Purpose</a:t>
            </a: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2583038"/>
            <a:ext cx="8520600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Recognition of Devanagari characters.</a:t>
            </a: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3250375"/>
            <a:ext cx="8520600" cy="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technologies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11700" y="3741250"/>
            <a:ext cx="8520600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React, Flask, TensorFlow, Postgres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Challenge of digitizing Devanagari text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for accurate character recognition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Importance in preserving and processing Devanagari documents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Devanagari has intricate characters and ligatures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Real-time character recognition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Audio output for recognized characters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authentication system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History tracking of predictions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Mobile-responsive interface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2175">
                <a:solidFill>
                  <a:schemeClr val="dk1"/>
                </a:solidFill>
              </a:rPr>
              <a:t>Image Input and Pre-processing:</a:t>
            </a:r>
            <a:endParaRPr sz="2175">
              <a:solidFill>
                <a:schemeClr val="dk1"/>
              </a:solidFill>
            </a:endParaRPr>
          </a:p>
          <a:p>
            <a:pPr marL="457200" lvl="0" indent="-341312" algn="l" rtl="0">
              <a:spcBef>
                <a:spcPts val="1200"/>
              </a:spcBef>
              <a:spcAft>
                <a:spcPts val="0"/>
              </a:spcAft>
              <a:buSzPts val="1775"/>
              <a:buChar char="●"/>
            </a:pPr>
            <a:r>
              <a:rPr lang="en" sz="1775"/>
              <a:t>Image Upload</a:t>
            </a:r>
            <a:endParaRPr sz="1775"/>
          </a:p>
          <a:p>
            <a:pPr marL="457200" lvl="0" indent="-341312" algn="l" rtl="0">
              <a:spcBef>
                <a:spcPts val="0"/>
              </a:spcBef>
              <a:spcAft>
                <a:spcPts val="0"/>
              </a:spcAft>
              <a:buSzPts val="1775"/>
              <a:buChar char="●"/>
            </a:pPr>
            <a:r>
              <a:rPr lang="en" sz="1775"/>
              <a:t>Gray scale Conversion</a:t>
            </a:r>
            <a:endParaRPr sz="1775"/>
          </a:p>
          <a:p>
            <a:pPr marL="457200" lvl="0" indent="-341312" algn="l" rtl="0">
              <a:spcBef>
                <a:spcPts val="0"/>
              </a:spcBef>
              <a:spcAft>
                <a:spcPts val="0"/>
              </a:spcAft>
              <a:buSzPts val="1775"/>
              <a:buChar char="●"/>
            </a:pPr>
            <a:r>
              <a:rPr lang="en" sz="1775"/>
              <a:t>Image Resizing</a:t>
            </a:r>
            <a:endParaRPr sz="1775"/>
          </a:p>
          <a:p>
            <a:pPr marL="457200" lvl="0" indent="-341312" algn="l" rtl="0">
              <a:spcBef>
                <a:spcPts val="0"/>
              </a:spcBef>
              <a:spcAft>
                <a:spcPts val="0"/>
              </a:spcAft>
              <a:buSzPts val="1775"/>
              <a:buChar char="●"/>
            </a:pPr>
            <a:r>
              <a:rPr lang="en" sz="1775"/>
              <a:t>Normalization</a:t>
            </a:r>
            <a:endParaRPr sz="1775"/>
          </a:p>
          <a:p>
            <a:pPr marL="457200" lvl="0" indent="-341312" algn="l" rtl="0">
              <a:spcBef>
                <a:spcPts val="0"/>
              </a:spcBef>
              <a:spcAft>
                <a:spcPts val="0"/>
              </a:spcAft>
              <a:buSzPts val="1775"/>
              <a:buChar char="●"/>
            </a:pPr>
            <a:r>
              <a:rPr lang="en" sz="1775"/>
              <a:t>Noise Removal</a:t>
            </a:r>
            <a:endParaRPr sz="127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27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67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CNN Model For Feature Extraction :</a:t>
            </a:r>
            <a:endParaRPr sz="21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Conv2D layers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Relu Activation Function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MaxPooling2D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Flatten Layer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Dense Layer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SoftMax Activation</a:t>
            </a:r>
            <a:endParaRPr sz="1700"/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42700" cy="30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Training </a:t>
            </a:r>
            <a:r>
              <a:rPr lang="en" sz="2400">
                <a:solidFill>
                  <a:schemeClr val="dk1"/>
                </a:solidFill>
              </a:rPr>
              <a:t>:</a:t>
            </a:r>
            <a:endParaRPr sz="2400">
              <a:solidFill>
                <a:schemeClr val="dk1"/>
              </a:solidFill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Pre-processing</a:t>
            </a:r>
            <a:endParaRPr/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model</a:t>
            </a:r>
            <a:endParaRPr/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 model</a:t>
            </a:r>
            <a:endParaRPr/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model</a:t>
            </a:r>
            <a:endParaRPr/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 model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9650" y="1017725"/>
            <a:ext cx="515165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165300" y="113100"/>
            <a:ext cx="84930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Flow Diagram 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225" y="659100"/>
            <a:ext cx="4832051" cy="432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Testing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00" y="1836450"/>
            <a:ext cx="278945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200" y="928713"/>
            <a:ext cx="3712526" cy="32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/>
          <p:nvPr/>
        </p:nvSpPr>
        <p:spPr>
          <a:xfrm>
            <a:off x="2979325" y="1993750"/>
            <a:ext cx="1592700" cy="5727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092"/>
              <a:buFont typeface="Arial"/>
              <a:buNone/>
            </a:pPr>
            <a:r>
              <a:rPr lang="en" sz="2152">
                <a:solidFill>
                  <a:schemeClr val="dk1"/>
                </a:solidFill>
              </a:rPr>
              <a:t>Technical</a:t>
            </a:r>
            <a:r>
              <a:rPr lang="en"/>
              <a:t>:</a:t>
            </a:r>
            <a:endParaRPr/>
          </a:p>
          <a:p>
            <a:pPr marL="457200" lvl="0" indent="-293211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Enhanced model support for conjunct characters and numbers</a:t>
            </a:r>
            <a:endParaRPr/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Real-time camera input for instant recognition</a:t>
            </a:r>
            <a:endParaRPr/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Mobile application development</a:t>
            </a:r>
            <a:endParaRPr/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PDF document processing capability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092"/>
              <a:buFont typeface="Arial"/>
              <a:buNone/>
            </a:pPr>
            <a:r>
              <a:rPr lang="en" sz="2152">
                <a:solidFill>
                  <a:schemeClr val="dk1"/>
                </a:solidFill>
              </a:rPr>
              <a:t>Performance</a:t>
            </a:r>
            <a:r>
              <a:rPr lang="en"/>
              <a:t>:</a:t>
            </a:r>
            <a:endParaRPr/>
          </a:p>
          <a:p>
            <a:pPr marL="457200" lvl="0" indent="-293211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Offline mode functionality</a:t>
            </a:r>
            <a:endParaRPr/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Improved processing speed and accuracy</a:t>
            </a:r>
            <a:endParaRPr/>
          </a:p>
          <a:p>
            <a:pPr marL="457200" lvl="0" indent="-2932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Integration with educational platforms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225</Words>
  <Application>Microsoft Office PowerPoint</Application>
  <PresentationFormat>On-screen Show (16:9)</PresentationFormat>
  <Paragraphs>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Devanagari Character Recognition Using CNN</vt:lpstr>
      <vt:lpstr>Project Overview</vt:lpstr>
      <vt:lpstr>Problem Statement </vt:lpstr>
      <vt:lpstr>Key Features</vt:lpstr>
      <vt:lpstr>Methodology</vt:lpstr>
      <vt:lpstr>Methodology</vt:lpstr>
      <vt:lpstr>Methodology</vt:lpstr>
      <vt:lpstr>System Architecture</vt:lpstr>
      <vt:lpstr>Sequence Flow Diagram </vt:lpstr>
      <vt:lpstr>Results &amp; Testing</vt:lpstr>
      <vt:lpstr>Future Improvements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Devanagari Character Recognition Using CNN</dc:title>
  <cp:lastModifiedBy>Anukul Banjade</cp:lastModifiedBy>
  <cp:revision>2</cp:revision>
  <dcterms:modified xsi:type="dcterms:W3CDTF">2025-02-09T02:46:00Z</dcterms:modified>
</cp:coreProperties>
</file>